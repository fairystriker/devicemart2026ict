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ICT 융합프로젝트 공모전 출품작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자세 교정 의자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Posture Correction Chair  (SPCC)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22860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66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무게 센서 · ToF 센서 · 기울기 센서를 이용한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컴퓨팅 기반 실시간 자세 분석 시스템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46320"/>
            <a:ext cx="7680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디바이스마트 주최  |  STM32 + Raspberry Pi 5 + Flutter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74904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장시간 좌식 생활로 인한 거북목, 척추 측만 등 자세 불량 증가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나쁜 자세를 인지하지 못하는 문제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자세 교정 제품은 단순 알림에 그침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기반 솔루션의 개인정보 노출 우려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74904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3749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방안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 센서로 자세를 정량적으로 측정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8종 자세를 실시간 판별하여 알림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맞춤형 자연어 리포트 생성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컴퓨팅으로 개인정보 보호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  (3계층 아키텍처)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256032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노드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1031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20개 모듈 / 24개 물리 센서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 폴링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129B 패킷 UART 송신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Cortex-M4 @ 100 MHz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56032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서버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03320" y="1828800"/>
            <a:ext cx="21031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233172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분류 (Rule-based)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산출 엔진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자연어 리포트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HTTP/WebSocket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256032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18872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37960" y="1828800"/>
            <a:ext cx="210312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33172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자세 시각화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프로필 관리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제어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열람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2286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6035040" y="2286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사양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1737360" cy="12801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타입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737360" cy="12801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325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20개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모듈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737360" cy="12801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880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센서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2743200"/>
            <a:ext cx="1737360" cy="12801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880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50Hz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6032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샘플링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3931920" cy="22860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54864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센서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로드셀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좌판·등판 하중 분포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VL53L0X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목·척추 거리 측정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VL53L8CX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멀티존 거리 감지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상체 기울기 측정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663440" y="3657600"/>
            <a:ext cx="393192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통신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921,600 bps  ·  129 byte 바이너리 패킷  ·  XOR 체크섬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분류  (8종)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1828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18288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3258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정자세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143000"/>
            <a:ext cx="1828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14300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3258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거북목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turtle_neck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1828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132588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상체 전방 기울기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forward_lean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1143000"/>
            <a:ext cx="1828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143000"/>
            <a:ext cx="18288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7452360" y="13258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기대앉기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reclined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2834640"/>
            <a:ext cx="1828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2834640"/>
            <a:ext cx="18288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1280160" y="30175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12801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측면 쏠림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side_slouch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97480" y="2834640"/>
            <a:ext cx="1828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97480" y="28346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Shape 34"/>
          <p:cNvSpPr/>
          <p:nvPr/>
        </p:nvSpPr>
        <p:spPr>
          <a:xfrm>
            <a:off x="3337560" y="30175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33375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78892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다리 꼬기 의심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78892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leg_cross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834640"/>
            <a:ext cx="1828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83464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>
            <a:off x="5394960" y="30175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53949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84632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턱 괴기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4632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thinking_pose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12280" y="2834640"/>
            <a:ext cx="182880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12280" y="28346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8" name="Shape 46"/>
          <p:cNvSpPr/>
          <p:nvPr/>
        </p:nvSpPr>
        <p:spPr>
          <a:xfrm>
            <a:off x="7452360" y="30175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9" name="Text 47"/>
          <p:cNvSpPr/>
          <p:nvPr/>
        </p:nvSpPr>
        <p:spPr>
          <a:xfrm>
            <a:off x="74523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0372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걸터앉기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0372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perching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분석 파이프라인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34440"/>
            <a:ext cx="14173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41732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수집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1143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50Hz 폴링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129B 패킷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1234440"/>
            <a:ext cx="14173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234440"/>
            <a:ext cx="141732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28016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377440"/>
            <a:ext cx="1143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압력 균형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거리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척추 거리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상체 기울기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1920" y="1234440"/>
            <a:ext cx="14173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0" y="1234440"/>
            <a:ext cx="141732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28016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분류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69080" y="2377440"/>
            <a:ext cx="1143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8종 판별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15000" y="1234440"/>
            <a:ext cx="14173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15000" y="1234440"/>
            <a:ext cx="141732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128016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산출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377440"/>
            <a:ext cx="1143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PostureScore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0~100점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1234440"/>
            <a:ext cx="14173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1234440"/>
            <a:ext cx="141732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1280160"/>
            <a:ext cx="3200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8952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35240" y="2377440"/>
            <a:ext cx="1143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자연어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저장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리포트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840480" cy="3200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Qwen3.5-0.8B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GGUF Q4_K_M  ·  llama-cpp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 GB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37744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7744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생성 시간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7744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추론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74904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컴퓨팅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추론이 Raspberry Pi 5 내부에서 완료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서버 연결 불필요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58568"/>
            <a:ext cx="374904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58568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프라이버시 보호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624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데이터가 디바이스 외부로 전송되지 않음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의존 제거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328416"/>
            <a:ext cx="374904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328416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리포트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6941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데이터 기반 자연어 분석 리포트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패턴 · 개선 제안 포함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방법론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25603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기반 검증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STM32로 전체 파이프라인 사전 검증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handshake · 자세 분석 · 리포트 생성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흐름 · DB 저장 · API 구조 안정화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5603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188720"/>
            <a:ext cx="256032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하드웨어 연동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센서 데이터 기반 threshold 보정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매핑 · feature 계산 방식 조정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감지 · 캘리브레이션 실측 보정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5603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88720"/>
            <a:ext cx="25603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고도화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데이터 기반 모델 · 리포트 고도화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기반 분류기 확장 (RandomForest)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피드백 시스템 연동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성능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8404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손실률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 연속 측정 기준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404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64008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325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Hz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7492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루프 주파수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50 Hz 대비 102%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38404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88036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판별 정확도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8종 평균 (정자세 90%+)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38404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80360"/>
            <a:ext cx="64008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~20초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07492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리포트 생성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492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RPi5 로컬 추론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 및 소프트웨어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데이터 저장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프로필 정보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캘리브레이션 기준값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기록 (시작/종료 시간)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 단위 자세 리포트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누적 리포트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점수 히스토리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7490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모듈 구조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· UART · BLE 통신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258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258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파싱 · 센서 매핑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642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6426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분류 · 점수 산출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0266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0266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· 캘리브레이션 관리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410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410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생성 · LLM 연동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 관리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SPCC — 스마트 자세 교정 의자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자세 교정 의자  |  Smart Posture Correction Chair (SPCC)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ICT 융합프로젝트 공모전  ·  디바이스마트 주최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STM32F411  ·  Raspberry Pi 5  ·  Flutter  ·  Qwen3.5-0.8B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자세 교정 의자 (SPCC)</dc:title>
  <dc:subject>PptxGenJS Presentation</dc:subject>
  <dc:creator>SPCC Team</dc:creator>
  <cp:lastModifiedBy>SPCC Team</cp:lastModifiedBy>
  <cp:revision>1</cp:revision>
  <dcterms:created xsi:type="dcterms:W3CDTF">2026-04-08T08:41:42Z</dcterms:created>
  <dcterms:modified xsi:type="dcterms:W3CDTF">2026-04-08T08:41:42Z</dcterms:modified>
</cp:coreProperties>
</file>